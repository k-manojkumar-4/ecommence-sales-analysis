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PRIMEVIZ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Sales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project combining advanced MySQL analysis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interactive Power BI dashboards for actionable business insights.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2011680" cy="731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 •  250 Orders  •  $243,845 Revenue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PrimeViz  |  E-Commerce Sales Analysis  | 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16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399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scope of the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810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1783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Tools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19933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 and technology stack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33172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404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Approach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25877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questions and methodology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92608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9992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2971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1821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 from the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52044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593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566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3776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 structure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11480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187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160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1600" y="43708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business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PrimeViz  |  E-Commerce Sales Analysis  | 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PrimeViz is a complete data analytics solution built on Amazon-style e-commerce sales data for the first quarter of 2025 (February–April).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28800"/>
            <a:ext cx="2697480" cy="914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5603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trends, customer behavior, product performance, and operational health to deliver actionable recommendations.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828800"/>
            <a:ext cx="2697480" cy="914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5603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orders across 5 categories. Full lifecycle from database design and SQL analysis to Power BI dashboarding.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828800"/>
            <a:ext cx="2697480" cy="914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5603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revenue drivers, high cancellation risk, top customers, and clear growth levers for the business.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PrimeViz  |  E-Commerce Sales Analysis  | 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527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121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$243,845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450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990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Feb–Apr 2025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858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41879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1143000"/>
            <a:ext cx="466344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51960" y="1325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51960" y="1783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OrderID, Date, Product, Category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5196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Price, Quantity, TotalSales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51960" y="2514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CustomerName, CustomerLocation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51960" y="2880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PaymentMethod, Status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51960" y="3474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Electronics • Home Appliances • Clothing • Footwear • Books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PrimeViz  |  E-Commerce Sales Analysis  | 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09728" cy="14630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design, data loading, advanced querying with CTEs, window functions, and aggregations.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109728" cy="14630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multi-page dashboard with KPI cards, maps, charts, and slicers for exploration.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109728" cy="14630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DENSE_RANK, CASE WHEN, subqueries, date functions, and percentage calculations for deep analysis.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34640"/>
            <a:ext cx="109728" cy="14630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7492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schema design with proper data types (DECIMAL for money, DATE for temporal analysis).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Approach — 10 Business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PrimeViz  |  E-Commerce Sales Analysis  | 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1704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Overall Metrics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11704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March orders, total revenue, quantity, AOV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30352"/>
          </a:xfrm>
          <a:prstGeom prst="roundRect">
            <a:avLst>
              <a:gd name="adj" fmla="val 8621"/>
            </a:avLst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013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1764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Product Performance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7647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category, top 5 products by quantity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8229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957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Q5–Q6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23591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Payments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2359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by revenue, payment method share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8229600" cy="530352"/>
          </a:xfrm>
          <a:prstGeom prst="roundRect">
            <a:avLst>
              <a:gd name="adj" fmla="val 8621"/>
            </a:avLst>
          </a:prstGeom>
          <a:solidFill>
            <a:srgbClr val="EBEBE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90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Q7–Q8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29535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Geography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2953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rate, top cities by sales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84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3547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Trend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3547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and order volume (Feb–Apr)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8229600" cy="530352"/>
          </a:xfrm>
          <a:prstGeom prst="roundRect">
            <a:avLst>
              <a:gd name="adj" fmla="val 8621"/>
            </a:avLst>
          </a:prstGeom>
          <a:solidFill>
            <a:srgbClr val="EBEB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788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0" y="41422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Ranking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4142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per category using DENSE_RANK()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PrimeViz  |  E-Commerce Sales Analysis  | 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$243.8K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250 orders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9748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88 completed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1887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9204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operational risk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95160" y="11887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86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8660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Share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category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200400"/>
            <a:ext cx="4069080" cy="1325880"/>
          </a:xfrm>
          <a:prstGeom prst="roundRect">
            <a:avLst>
              <a:gd name="adj" fmla="val 5517"/>
            </a:avLst>
          </a:prstGeom>
          <a:solidFill>
            <a:srgbClr val="0D0D0D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337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Drivers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37033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Home Appliances together generate over 96% of total revenue. Refrigerator, Laptop, and Smartphone lead product rankings.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3200400"/>
            <a:ext cx="4069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337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 Flag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7033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3 orders is cancelled. This high rate signals issues in fulfillment, inventory, or customer experience that need urgent attention.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Deeper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PrimeViz  |  E-Commerce Sales Analysis  | 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2743200" cy="5029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Refrigerator leads revenue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Smartwatch tops quantity (105)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Smartphone strong in both metrics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Low-ticket items contribute &lt;3%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14300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143000"/>
            <a:ext cx="2743200" cy="5029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Cities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Top buyers: Olivia Wilson, Jane Smith, Emma Clark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Strong cities: Miami, Denver, Houston, Dallas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Avg sales per customer ≈ $975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Geographic concentration in major US cities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114300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143000"/>
            <a:ext cx="2743200" cy="5029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Status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PayPal &amp; Credit Card dominate (~54%)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Gift Card still meaningful (~20%)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Pending orders at 34%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Completed only 35.2% of volume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PrimeViz  |  E-Commerce Sales Analysis  | 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07592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252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554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KPIs, category mix, monthly sales trend, completion &amp; cancellation rates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176272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40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1214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423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products, category contribution, dual-axis monthly sales &amp; order volume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44952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08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990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291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customers, map of sales by city, average sales per customer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913632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8587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4160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performance, status by category, cancellation breakdown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PrimeViz  |  E-Commerce Sales Analysis  | 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Reduce Cancellations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root causes in Electronics and Home Appliances. Improve inventory accuracy and delivery communication.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207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Scale High-Value Categories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and inventory on Electronics and Home Appliances — they drive 96%+ of revenue.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24028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50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Loyalty for Top Customers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targeted retention programs for high-value buyers such as Olivia Wilson, Jane Smith, and Emma Clark.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24028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350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Optimize Payments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PayPal and Credit Card usage. These methods currently lead in both volume and revenue share.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38328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493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Strengthen Key Cities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7947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high-performing markets: Miami, Denver, Houston, Dallas, and Seattle.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38328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493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Address Pending Orders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of orders remain pending. Streamline fulfillment workflows to convert more into completed sales.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Demonstrated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PrimeViz  |  E-Commerce Sales Analysis  | 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2743200" cy="731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creation, proper data types, primary keys, and clean loading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743200" cy="731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CTEs, window functions (DENSE_RANK), subqueries, aggregations, date logic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188720"/>
            <a:ext cx="2743200" cy="731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raw data into 10 clear, decision-ready questions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28803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880360"/>
            <a:ext cx="2743200" cy="731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Power BI with KPIs, maps, charts, and interactive slicers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28803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2880360"/>
            <a:ext cx="2743200" cy="731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7472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insights, risk flags, and prioritized recommendations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28803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2880360"/>
            <a:ext cx="2743200" cy="731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5508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CSV → MySQL → Analysis → Visualization →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PrimeViz demonstrates a complete analytics workflow — from clean database design and advanced SQL to interactive Power BI storytelling. The analysis surfaces clear growth opportunities in high-ticket categories while highlighting a critical cancellation problem that must be addressed.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645920" cy="7315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sales data into actionable intelligence.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PrimeViz — E-Commerce Sales Analysis</dc:title>
  <dc:subject>SQL + Power BI Sales Analytics Project</dc:subject>
  <dc:creator>Data Analyst Portfolio</dc:creator>
  <cp:lastModifiedBy>Data Analyst Portfolio</cp:lastModifiedBy>
  <cp:revision>1</cp:revision>
  <dcterms:created xsi:type="dcterms:W3CDTF">2026-07-29T17:13:45Z</dcterms:created>
  <dcterms:modified xsi:type="dcterms:W3CDTF">2026-07-29T17:13:45Z</dcterms:modified>
</cp:coreProperties>
</file>